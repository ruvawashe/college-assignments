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23E8A">
              <a:alpha val="20000"/>
            </a:srgbClr>
          </a:solidFill>
          <a:ln w="12700">
            <a:solidFill>
              <a:srgbClr val="023E8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Bot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&amp; Classes – Code Breakdown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154680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291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D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• .NET 6.0 • Console Application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Overview — CybersecurityBot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09728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86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 CybersecurityBot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252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static class containing ALL logic. No instance needed — every method is called directly on the class.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214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74320" y="27157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0592" y="201168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201168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21214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450592" y="27157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6864" y="201168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01168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1214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4626864" y="27157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Catchphrases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GetResponse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2011680"/>
            <a:ext cx="1965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2011680"/>
            <a:ext cx="19659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212140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803136" y="271576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401568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are </a:t>
            </a:r>
            <a:pPr indent="0" marL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called via class name, not an object instance.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is the program entry point — it calls all other methods in sequence.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methods (colours, dividers, typing effect) are reused across multiple methods.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&amp; Setup Methods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173736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START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69848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69848"/>
            <a:ext cx="64008" cy="9875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06424"/>
            <a:ext cx="3995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Main(string[] args)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316736"/>
            <a:ext cx="3995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 point of the entire program. Called automatically when the app starts.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DisplayLogo() → PlayVoiceGreeting() → GetUserName() → DisplayWelcomeMessage() → StartChat().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full startup flow.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48840"/>
            <a:ext cx="64008" cy="98755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85416"/>
            <a:ext cx="3995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DisplayLogo()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395728"/>
            <a:ext cx="3995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the screen and renders the ASCII art CYBER logo using Console.WriteLine().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SetColour() to apply cyan colouring, then calls PrintDivider() for visual framing.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professional first impression for the user.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27832"/>
            <a:ext cx="41605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27832"/>
            <a:ext cx="64008" cy="987552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264408"/>
            <a:ext cx="3995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PlayVoiceGreeting()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3474720"/>
            <a:ext cx="3995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System.Speech.Synthesis.SpeechSynthesizer to speak a welcome message aloud.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Volume = 100 and Rate = 0 (normal speed) before calling .Speak().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audio dimension to the bot — making it feel interactive and welcoming.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069848"/>
            <a:ext cx="4160520" cy="1289304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069848"/>
            <a:ext cx="64008" cy="1289304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27448" y="1106424"/>
            <a:ext cx="3995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GetUserName()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27448" y="1316736"/>
            <a:ext cx="399592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the user to type their name and reads it with Console.ReadLine().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 while loop for input validation — keeps asking if the input is empty or whitespace.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trimmed name string for use throughout the session.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2450592"/>
            <a:ext cx="416052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450592"/>
            <a:ext cx="64008" cy="150876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2487168"/>
            <a:ext cx="3995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DisplayWelcomeMessage(string userName)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2697480"/>
            <a:ext cx="399592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the user's name and prints a personalised welcome banner.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PrintDivider() for structure and SetColour(Magenta) for visual warmth.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 friendly, welcoming tone before the chat loop begins.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Engine Methods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137160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859536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64008" cy="1207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88136"/>
            <a:ext cx="8430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StartChat(string userName)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298448"/>
            <a:ext cx="8430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chat loop — runs continuously using while(true) until the user types 'exit', 'quit', or 'bye'.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coloured prompt (username + colon), reads input via Console.ReadLine(), validates it, and converts it to lowercase.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exit keywords first, then passes the input to GetResponse() and displays the result via ShowBotResponse().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continue to re-prompt on empty input, and break to exit the loop gracefully.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8595360" cy="239572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59152"/>
            <a:ext cx="64008" cy="239572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395728"/>
            <a:ext cx="8430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GetResponse(string input, string userName)  — 50 catchphrases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606040"/>
            <a:ext cx="84307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of the chatbot. Accepts the lowercased user input and the user's name, then uses a chain of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else-if blocks to match keywords and return the correct response string.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into 9 topic groups: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Group 1 – Greetings &amp; Bot Info  |  Group 2 – Phishing &amp; Email Scams  |  Group 3 – Malware Types (virus, ransomware, spyware, adware, trojan, worm, keylogger)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Group 4 – Passwords &amp; Authentication  |  Group 5 – Safe Browsing &amp; Networks (VPN, firewall, public Wi-Fi, HTTPS, cookies)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Group 6 – Social Engineering &amp; Identity (vishing, smishing, pretexting)  |  Group 7 – Encryption &amp; Data Protection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Group 8 – Updates, Software &amp; Devices (juice jacking, zero-day)  |  Group 9 – Scams, Dark Web &amp; General Tips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input.Contains() for flexible keyword matching. Falls through to a default prompt if no match is found.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string — it does not print directly. Printing is handled by ShowBotResponse().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&amp; Utility Methods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137160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HELPERS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2412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60704"/>
            <a:ext cx="8430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ShowBotResponse(string message)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271016"/>
            <a:ext cx="84307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bot's reply to the console in a formatted way.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the cyan-coloured 'Bot: ' label first, then calls TypeText() to print the message with a typewriter animation.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the label and the message with a blank line for readability.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56816"/>
            <a:ext cx="85953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56816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93392"/>
            <a:ext cx="8430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TypeText(string message)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203704"/>
            <a:ext cx="84307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typewriter effect by looping through each character in the message using foreach.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Console.Write(letter) and Thread.Sleep(18) for an 18ms delay between each character.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responses feel dynamic and engaging rather than appearing all at once.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88036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80360"/>
            <a:ext cx="64008" cy="114300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PrintDivider()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312724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 line of = symbols to visually separate sections of the console output.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SetColour(DarkCyan) before printing and ResetColour() after.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on startup, after the welcome message, and at other key moments.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54680" y="2880360"/>
            <a:ext cx="27432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2880360"/>
            <a:ext cx="64008" cy="114300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291693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SetColour(ConsoleColor colour)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64408" y="3127248"/>
            <a:ext cx="257860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single-line wrapper around Console.ForegroundColor = colour.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any ConsoleColor enum value (e.g. Green, Cyan, Magenta, Red).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Centralises colour-setting logic so it can be called consistently across all methods.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35040" y="2880360"/>
            <a:ext cx="28346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2880360"/>
            <a:ext cx="64008" cy="1143000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2916936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ResetColour()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44768" y="3127248"/>
            <a:ext cx="26700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Console.ResetColor() to return the console text colour to its default.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called after SetColour() to prevent colour from 'bleeding' into subsequent output.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 clean, predictable visual state between printed sections.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Used &amp; Key C# Concepts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19456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/ LIBRARIES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5156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08813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298448"/>
            <a:ext cx="3904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C# library. Provides Console, String, Thread and all fundamental types used throughout the program.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9456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3113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System.Speech.Synthesis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4048" y="2441448"/>
            <a:ext cx="3904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text-to-speech via SpeechSynthesizer. Used in PlayVoiceGreeting() to speak the welcome message aloud on startup.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337560"/>
            <a:ext cx="4069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33756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37413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System.Threading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3584448"/>
            <a:ext cx="39044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Thread.Sleep() method used in TypeText() to create the 18ms typewriter delay between each character.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777240"/>
            <a:ext cx="1920240" cy="256032"/>
          </a:xfrm>
          <a:prstGeom prst="rect">
            <a:avLst>
              <a:gd name="adj" fmla="val 1785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777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C# CONCEPTS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051560"/>
            <a:ext cx="4297680" cy="90525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1051560"/>
            <a:ext cx="64008" cy="905256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1088136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Methods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81728" y="1298448"/>
            <a:ext cx="4133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belong to the class, not an object. No new CybersecurityBot() is needed — methods are called directly.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2048256"/>
            <a:ext cx="4297680" cy="90525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2048256"/>
            <a:ext cx="64008" cy="905256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2084832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string.Contains()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81728" y="2295144"/>
            <a:ext cx="4133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GetResponse() to check if the user's input contains a keyword. Enables flexible, partial-match responses.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3044952"/>
            <a:ext cx="4297680" cy="90525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3044952"/>
            <a:ext cx="64008" cy="905256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3081528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while(true) Loop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81728" y="3291840"/>
            <a:ext cx="4133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chat running indefinitely. Uses break to exit on 'exit'/'quit' and continue to re-prompt on empty input.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4041648"/>
            <a:ext cx="4297680" cy="905256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4041648"/>
            <a:ext cx="64008" cy="905256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4078224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81728" y="4288536"/>
            <a:ext cx="4133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string.IsNullOrWhiteSpace() checks for empty or blank input in both GetUserName() and StartChat(), preventing crashes.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772400" y="48920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011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4754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Call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96012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07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234440" y="1572768"/>
            <a:ext cx="8229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16736" y="1261872"/>
            <a:ext cx="960120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16736" y="1307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DisplayLogo()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16736" y="1645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banner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276856" y="1572768"/>
            <a:ext cx="8229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59152" y="1261872"/>
            <a:ext cx="960120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9152" y="1307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PlayVoiceGreeting()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59152" y="1645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319272" y="1572768"/>
            <a:ext cx="8229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1568" y="1261872"/>
            <a:ext cx="960120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1307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GetUserName()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01568" y="1645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input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361688" y="1572768"/>
            <a:ext cx="8229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43984" y="1261872"/>
            <a:ext cx="960120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43984" y="1307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DisplayWelcomeMessage()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43984" y="1645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greet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404104" y="1572768"/>
            <a:ext cx="8229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1261872"/>
            <a:ext cx="960120" cy="658368"/>
          </a:xfrm>
          <a:prstGeom prst="rect">
            <a:avLst/>
          </a:prstGeom>
          <a:solidFill>
            <a:srgbClr val="023E8A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307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StartChat()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0" y="1645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loop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446520" y="1572768"/>
            <a:ext cx="8229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28816" y="1261872"/>
            <a:ext cx="960120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023E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1307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GetResponse()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528816" y="1645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catchphrases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488936" y="1572768"/>
            <a:ext cx="82296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71232" y="1261872"/>
            <a:ext cx="960120" cy="658368"/>
          </a:xfrm>
          <a:prstGeom prst="rect">
            <a:avLst/>
          </a:prstGeom>
          <a:solidFill>
            <a:srgbClr val="13203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71232" y="130759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ShowBotResponse()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71232" y="164592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output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502920" y="2194560"/>
            <a:ext cx="8321040" cy="1024128"/>
          </a:xfrm>
          <a:prstGeom prst="rect">
            <a:avLst/>
          </a:prstGeom>
          <a:solidFill>
            <a:srgbClr val="0A2540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231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Helper Methods  (called from multiple methods above)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5800" y="2560320"/>
            <a:ext cx="1783080" cy="502920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SetColour()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97480" y="2560320"/>
            <a:ext cx="1783080" cy="502920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97480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ResetColour()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2560320"/>
            <a:ext cx="1783080" cy="502920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PrintDivider()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20840" y="2560320"/>
            <a:ext cx="1783080" cy="502920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25603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TypeText()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3401568"/>
            <a:ext cx="832104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349300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is a single class with 11 methods working together. Main() drives the flow, GetResponse() is the intelligence layer, and helper methods handle all display and console interaction.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680960" y="48920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CybersecurityBot – Methods &amp; Classes</dc:title>
  <dc:subject>PptxGenJS Presentation</dc:subject>
  <dc:creator>PptxGenJS</dc:creator>
  <cp:lastModifiedBy>PptxGenJS</cp:lastModifiedBy>
  <cp:revision>1</cp:revision>
  <dcterms:created xsi:type="dcterms:W3CDTF">2026-04-13T17:53:42Z</dcterms:created>
  <dcterms:modified xsi:type="dcterms:W3CDTF">2026-04-13T17:53:42Z</dcterms:modified>
</cp:coreProperties>
</file>